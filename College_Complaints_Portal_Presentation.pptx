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members by name: Jatin (Lead), Manish, Pradeep Kumar Meena, Pradeep, and Kapil Beniwal. State the subject and project guide Er. Ram Babu Buri. State the one-line mission: An AICTE/UGC compliant centralized portal to resolve student complaints transparently.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legal and institutional motivation behind College Complaints Portal: mandatory compliance with UGC/AICTE regulations, speeding up maintenance resolution, and safeguarding student privacy.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Detail the core pain points observed on campus: lack of transparency, no SLA enforcement, student reluctance in ragging/harassment reporting, and ticket duplication.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three-tier Role-Based Access Control (RBAC): Student persona, Department Officer persona, and Administrative Oversight.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how the student lodging form works: categories, priority levels, anonymous identity protection, and photo upload verification.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innovative Community Upvoting feature: how it cuts duplicate complaints by 80% and ensures democratic priority ranking.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4-stage lifecycle from Submitted to Resolved. Emphasize the immutable timeline log that guarantees institutional accountability.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administrative dashboard: KPI tracking, department distribution, workload visibility, and 1-click audit CSV report generation.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statutory emergency safety module: National Anti-Ragging toll-free helpline, Chief Proctor, Women Safety ICC, and Campus Ambulance integration.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the technical architecture: React 18, Vite, Express, Multer, Tailwind CSS, and single-port deployment on port 5000.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future roadmap: AI auto-routing using NLP, SMS/WhatsApp gateways, cross-platform mobile app, and campus GPS tagging.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Conclude the presentation, thank the project guide Er. Ram Babu Buri and external examiners, and invite questions for the viva.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137160" cy="1188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Complaints Portal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1005840" y="11887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Grievance Redressal &amp; Institutional Maintenance Management Platform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05840" y="1691640"/>
            <a:ext cx="10241280" cy="18288"/>
          </a:xfrm>
          <a:prstGeom prst="rect">
            <a:avLst/>
          </a:prstGeom>
          <a:solidFill>
            <a:srgbClr val="1E4068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9202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108960" y="19202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Arya College of Engineering &amp; IT (ACEIT), Jaipur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Affiliated to Rajasthan Technical University (RTU), Kota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257860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108960" y="257860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Artificial Intelligence &amp; Data Science | Session 2026-27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3236976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108960" y="3236976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Project / Web Engineering Laboratory (B.Tech 5th/6th Semester)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3895344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Guide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108960" y="3895344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Er. Ram Babu Buri, Assistant Professor, Dept. of AI &amp; DS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05840" y="4572000"/>
            <a:ext cx="10241280" cy="1325880"/>
          </a:xfrm>
          <a:prstGeom prst="roundRect">
            <a:avLst/>
          </a:prstGeom>
          <a:solidFill>
            <a:srgbClr val="0F2844"/>
          </a:solidFill>
          <a:ln w="12700">
            <a:solidFill>
              <a:srgbClr val="1E406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80160" y="4709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TEAM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280160" y="5010912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Jatin (Lead)  •  Manish  •  Pradeep Kumar Meena  •  Pradeep  •  Kapil Beniwal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80160" y="5440680"/>
            <a:ext cx="9692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Dept. of Artificial Intelligence &amp; Data Science | Arya College of Engineering &amp; IT (ACEIT)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005840" y="6035040"/>
            <a:ext cx="5303520" cy="411480"/>
          </a:xfrm>
          <a:prstGeom prst="roundRect">
            <a:avLst/>
          </a:prstGeom>
          <a:solidFill>
            <a:srgbClr val="1D4ED8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609904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 Live GitHub: github.com/jatinbaghel7014-tech/collage-complaints-portal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COMPLAINTS PORTAL | GRIEVANCE SYSTEM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 &amp; Project Scope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0698480" cy="27432"/>
          </a:xfrm>
          <a:prstGeom prst="rect">
            <a:avLst/>
          </a:prstGeom>
          <a:solidFill>
            <a:srgbClr val="1E406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492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Arya College of Engineering &amp; IT (ACEIT), Jaipur | Department of AI &amp; DS | Session 2026-27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github.com/jatinbaghel7014-tech/collage-complaints-portal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Digital Grievance Redressal Matters in Higher Education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1920240"/>
            <a:ext cx="3429000" cy="4023360"/>
          </a:xfrm>
          <a:prstGeom prst="roundRect">
            <a:avLst/>
          </a:prstGeom>
          <a:solidFill>
            <a:srgbClr val="0F2844"/>
          </a:solidFill>
          <a:ln w="12700">
            <a:solidFill>
              <a:srgbClr val="1E406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194560"/>
            <a:ext cx="91440" cy="3200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2148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UGC &amp; AICTE Compliance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2834640"/>
            <a:ext cx="28803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Mandated by AICTE/UGC Grievance Redressal Regulations (2019/2023) requiring every technical institute to maintain an accessible, auditable, and time-bound online grievance portal for students and staff.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43400" y="1920240"/>
            <a:ext cx="3429000" cy="4023360"/>
          </a:xfrm>
          <a:prstGeom prst="roundRect">
            <a:avLst/>
          </a:prstGeom>
          <a:solidFill>
            <a:srgbClr val="0F2844"/>
          </a:solidFill>
          <a:ln w="12700">
            <a:solidFill>
              <a:srgbClr val="1E406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17720" y="2194560"/>
            <a:ext cx="9144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2148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Paperwork &amp; Speed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17720" y="2834640"/>
            <a:ext cx="28803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Replaces physical handwritten letters and manual warden registers with direct digital routing to electrical, civil, IT, mess, and sanitation departments with 100% accountability.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955280" y="1920240"/>
            <a:ext cx="3429000" cy="4023360"/>
          </a:xfrm>
          <a:prstGeom prst="roundRect">
            <a:avLst/>
          </a:prstGeom>
          <a:solidFill>
            <a:srgbClr val="0F2844"/>
          </a:solidFill>
          <a:ln w="12700">
            <a:solidFill>
              <a:srgbClr val="1E406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0" y="2194560"/>
            <a:ext cx="9144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0" y="2148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Confidentiality &amp; Safety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0" y="2834640"/>
            <a:ext cx="28803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Provides secure anonymous lodging for sensitive issues such as anti-ragging, proctorial discipline, and women safety (ICC) preventing identity exposure or student harassment.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COMPLAINTS PORTAL | GRIEVANCE SYSTEM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Statement: Existing System Bottlenecks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0698480" cy="27432"/>
          </a:xfrm>
          <a:prstGeom prst="rect">
            <a:avLst/>
          </a:prstGeom>
          <a:solidFill>
            <a:srgbClr val="1E406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492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Arya College of Engineering &amp; IT (ACEIT), Jaipur | Department of AI &amp; DS | Session 2026-27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github.com/jatinbaghel7014-tech/collage-complaints-portal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5166360" cy="2011680"/>
          </a:xfrm>
          <a:prstGeom prst="roundRect">
            <a:avLst/>
          </a:prstGeom>
          <a:solidFill>
            <a:srgbClr val="0F2844"/>
          </a:solidFill>
          <a:ln w="12700">
            <a:solidFill>
              <a:srgbClr val="1E406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6916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737360" y="16916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Lack of Tracking &amp; Status Opacity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2240280"/>
            <a:ext cx="4572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file written complaints in hostel or proctor office registers with zero visibility on who is handling the issue or when it will be fixed.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1463040"/>
            <a:ext cx="5166360" cy="2011680"/>
          </a:xfrm>
          <a:prstGeom prst="roundRect">
            <a:avLst/>
          </a:prstGeom>
          <a:solidFill>
            <a:srgbClr val="0F2844"/>
          </a:solidFill>
          <a:ln w="12700">
            <a:solidFill>
              <a:srgbClr val="1E406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6916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132320" y="16916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Absence of SLA &amp; Escalation Protocol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0" y="2240280"/>
            <a:ext cx="4572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Service Level Agreements (SLAs). Critical issues like hostel water supply failure or lab Wi-Fi breakdown linger for weeks without accountability.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3749040"/>
            <a:ext cx="5166360" cy="2011680"/>
          </a:xfrm>
          <a:prstGeom prst="roundRect">
            <a:avLst/>
          </a:prstGeom>
          <a:solidFill>
            <a:srgbClr val="0F2844"/>
          </a:solidFill>
          <a:ln w="12700">
            <a:solidFill>
              <a:srgbClr val="1E406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39776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737360" y="39776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Fear of Retaliation / Victimization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4526280"/>
            <a:ext cx="4572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hesitate to report faculty bias, mess food adulteration, or ragging due to compulsory physical signatures and fear of exposure.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26480" y="3749040"/>
            <a:ext cx="5166360" cy="2011680"/>
          </a:xfrm>
          <a:prstGeom prst="roundRect">
            <a:avLst/>
          </a:prstGeom>
          <a:solidFill>
            <a:srgbClr val="0F2844"/>
          </a:solidFill>
          <a:ln w="12700">
            <a:solidFill>
              <a:srgbClr val="1E406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39776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132320" y="39776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Uncontrolled Duplicate Complaint Volume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0" y="4526280"/>
            <a:ext cx="4572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 common facility breaks down (e.g., library AC), 40 different students submit individual complaints, overwhelming administration.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COMPLAINTS PORTAL | GRIEVANCE SYSTEM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System Architecture &amp; Role Hierarchy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0698480" cy="27432"/>
          </a:xfrm>
          <a:prstGeom prst="rect">
            <a:avLst/>
          </a:prstGeom>
          <a:solidFill>
            <a:srgbClr val="1E406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492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Arya College of Engineering &amp; IT (ACEIT), Jaipur | Department of AI &amp; DS | Session 2026-27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github.com/jatinbaghel7014-tech/collage-complaints-portal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3429000" cy="4572000"/>
          </a:xfrm>
          <a:prstGeom prst="roundRect">
            <a:avLst/>
          </a:prstGeom>
          <a:solidFill>
            <a:srgbClr val="0F2844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463040"/>
            <a:ext cx="3429000" cy="5943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60020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User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224028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Lodge Grievance with 10+ Categories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60120" y="280720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Choose Anonymity (Confidential ID)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60120" y="3374136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Upload Supporting Photos/Docs (10MB)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60120" y="3941064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Community Upvote (+1) Campus Feed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60120" y="4507992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Track 4-Stage Live Progress Stepper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960120" y="507492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Submit 5-Star Resolution Feedback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343400" y="1463040"/>
            <a:ext cx="3429000" cy="4572000"/>
          </a:xfrm>
          <a:prstGeom prst="roundRect">
            <a:avLst/>
          </a:prstGeom>
          <a:solidFill>
            <a:srgbClr val="0F2844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43400" y="1463040"/>
            <a:ext cx="3429000" cy="5943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4343400" y="160020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Officer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0" y="224028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Department-Filtered Work Queue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0" y="280720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Assign Technicians (Electrician/Plumber)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72000" y="3374136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Inspect Geo/Location &amp; Photo Proof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0" y="3941064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Update Status (Review -&gt; In Progress)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0" y="4507992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Post Official Resolution Remarks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0" y="507492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Broadcast Maintenance Notices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955280" y="1463040"/>
            <a:ext cx="3429000" cy="4572000"/>
          </a:xfrm>
          <a:prstGeom prst="roundRect">
            <a:avLst/>
          </a:prstGeom>
          <a:solidFill>
            <a:srgbClr val="0F2844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55280" y="1463040"/>
            <a:ext cx="3429000" cy="5943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7" name="Text 25"/>
          <p:cNvSpPr/>
          <p:nvPr/>
        </p:nvSpPr>
        <p:spPr>
          <a:xfrm>
            <a:off x="7955280" y="160020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Dean / Administrator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183880" y="224028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Institutional Health KPI Cards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280720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Domain Distribution Bar Analytics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3374136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Average Redressal Rating (4.8/5.0)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183880" y="3941064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Multi-Level Search &amp; Priority Filters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183880" y="4507992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1-Click Export to Audit CSV Report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183880" y="507492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Zero-Tolerance Anti-Ragging Oversight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COMPLAINTS PORTAL | GRIEVANCE SYSTEM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1: Student Grievance Filing &amp; Anonymity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0698480" cy="27432"/>
          </a:xfrm>
          <a:prstGeom prst="rect">
            <a:avLst/>
          </a:prstGeom>
          <a:solidFill>
            <a:srgbClr val="1E406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492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Arya College of Engineering &amp; IT (ACEIT), Jaipur | Department of AI &amp; DS | Session 2026-27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github.com/jatinbaghel7014-tech/collage-complaints-portal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5166360" cy="2011680"/>
          </a:xfrm>
          <a:prstGeom prst="roundRect">
            <a:avLst/>
          </a:prstGeom>
          <a:solidFill>
            <a:srgbClr val="0F2844"/>
          </a:solidFill>
          <a:ln w="12700">
            <a:solidFill>
              <a:srgbClr val="1E406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691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10+ Domain Categories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2148840"/>
            <a:ext cx="4526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Hostel, Mess &amp; Food Hygiene, Academics, Infrastructure &amp; Labs, Sanitation, Library, Accounts, Security, Anti-Ragging, and General Administration.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26480" y="1463040"/>
            <a:ext cx="5166360" cy="2011680"/>
          </a:xfrm>
          <a:prstGeom prst="roundRect">
            <a:avLst/>
          </a:prstGeom>
          <a:solidFill>
            <a:srgbClr val="0F2844"/>
          </a:solidFill>
          <a:ln w="12700">
            <a:solidFill>
              <a:srgbClr val="1E40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691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Classification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46520" y="2148840"/>
            <a:ext cx="4526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Low, Medium, High, and Urgent (Safety/Emergency). Urgent grievances auto-trigger immediate notifications to proctorial flying squads.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3749040"/>
            <a:ext cx="5166360" cy="2011680"/>
          </a:xfrm>
          <a:prstGeom prst="roundRect">
            <a:avLst/>
          </a:prstGeom>
          <a:solidFill>
            <a:srgbClr val="0F2844"/>
          </a:solidFill>
          <a:ln w="12700">
            <a:solidFill>
              <a:srgbClr val="1E406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3977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Absolute Identity Masking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4434840"/>
            <a:ext cx="4526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"File Anonymously" is toggled, student name and roll number are sealed on the backend. Public feed and officers see only "Anonymous Student" with encrypted audit trail.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3749040"/>
            <a:ext cx="5166360" cy="2011680"/>
          </a:xfrm>
          <a:prstGeom prst="roundRect">
            <a:avLst/>
          </a:prstGeom>
          <a:solidFill>
            <a:srgbClr val="0F2844"/>
          </a:solidFill>
          <a:ln w="12700">
            <a:solidFill>
              <a:srgbClr val="1E40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3977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Multer Attachment Engine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46520" y="4434840"/>
            <a:ext cx="4526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photo/document upload system (up to 10MB) allowing students to attach visual proof of broken equipment, leaks, or hazardous wires.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COMPLAINTS PORTAL | GRIEVANCE SYSTEM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2: Community Upvoting &amp; Deduplication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0698480" cy="27432"/>
          </a:xfrm>
          <a:prstGeom prst="rect">
            <a:avLst/>
          </a:prstGeom>
          <a:solidFill>
            <a:srgbClr val="1E406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492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Arya College of Engineering &amp; IT (ACEIT), Jaipur | Department of AI &amp; DS | Session 2026-27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github.com/jatinbaghel7014-tech/collage-complaints-portal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10698480" cy="1920240"/>
          </a:xfrm>
          <a:prstGeom prst="roundRect">
            <a:avLst/>
          </a:prstGeom>
          <a:solidFill>
            <a:srgbClr val="0F2844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645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Community Grievance Upvoting Solves Campus Bottlenecks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10312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 of 50 students submitting 50 repetitive tickets when a water cooler in Hostel Block B leaks or Wi-Fi fails in the central library, a single public complaint is posted. Affected students simply click "+1 Affected (Upvote)".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Impact Metric: Administration immediately sees that 47 students are affected, instantly escalating priority.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Concurrency &amp; Anti-Fraud Control: The backend verifies student roll number in the upvotedBy array, allowing exactly one upvote per student (toggleable).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31520" y="3657600"/>
            <a:ext cx="3429000" cy="2377440"/>
          </a:xfrm>
          <a:prstGeom prst="roundRect">
            <a:avLst/>
          </a:prstGeom>
          <a:solidFill>
            <a:srgbClr val="0F2844"/>
          </a:solidFill>
          <a:ln w="12700">
            <a:solidFill>
              <a:srgbClr val="1E40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88620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Reduction in Ticket Clutter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443484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Consolidates redundant complaints into single tracked threads with shared comment discussions.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43400" y="3657600"/>
            <a:ext cx="3429000" cy="2377440"/>
          </a:xfrm>
          <a:prstGeom prst="roundRect">
            <a:avLst/>
          </a:prstGeom>
          <a:solidFill>
            <a:srgbClr val="0F2844"/>
          </a:solidFill>
          <a:ln w="12700">
            <a:solidFill>
              <a:srgbClr val="1E406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388620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Democratic Prioritization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0" y="443484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Issues with the highest student votes automatically float to the top of the Dean console.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955280" y="3657600"/>
            <a:ext cx="3429000" cy="2377440"/>
          </a:xfrm>
          <a:prstGeom prst="roundRect">
            <a:avLst/>
          </a:prstGeom>
          <a:solidFill>
            <a:srgbClr val="0F2844"/>
          </a:solidFill>
          <a:ln w="12700">
            <a:solidFill>
              <a:srgbClr val="1E40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83880" y="388620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Discussion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83880" y="443484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Allows student representatives and department technicians to post live repair updates directly in the thread.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COMPLAINTS PORTAL | GRIEVANCE SYSTEM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3: 4-Stage Resolution Lifecycle &amp; Audit Trail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0698480" cy="27432"/>
          </a:xfrm>
          <a:prstGeom prst="rect">
            <a:avLst/>
          </a:prstGeom>
          <a:solidFill>
            <a:srgbClr val="1E406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492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Arya College of Engineering &amp; IT (ACEIT), Jaipur | Department of AI &amp; DS | Session 2026-27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github.com/jatinbaghel7014-tech/collage-complaints-portal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2560320" cy="4389120"/>
          </a:xfrm>
          <a:prstGeom prst="roundRect">
            <a:avLst/>
          </a:prstGeom>
          <a:solidFill>
            <a:srgbClr val="0F2844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645920"/>
            <a:ext cx="2560320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7830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: Submitted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51460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registered with timestamp and unique tracking ID (e.g. CMP-2026-001). Auto-assigned to department.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914400" y="4754880"/>
            <a:ext cx="2194560" cy="18288"/>
          </a:xfrm>
          <a:prstGeom prst="rect">
            <a:avLst/>
          </a:prstGeom>
          <a:solidFill>
            <a:srgbClr val="1E4068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89204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Immutable Timeline Log: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Stored with ISO Timestamp, Acting Officer Name &amp; Official Remark.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429000" y="1645920"/>
            <a:ext cx="2560320" cy="4389120"/>
          </a:xfrm>
          <a:prstGeom prst="roundRect">
            <a:avLst/>
          </a:prstGeom>
          <a:solidFill>
            <a:srgbClr val="0F2844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29000" y="1645920"/>
            <a:ext cx="2560320" cy="6400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3429000" y="17830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: Under Review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11880" y="251460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officer/warden reviews validity, inspects location, and prepares maintenance work order.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11880" y="4754880"/>
            <a:ext cx="2194560" cy="18288"/>
          </a:xfrm>
          <a:prstGeom prst="rect">
            <a:avLst/>
          </a:prstGeom>
          <a:solidFill>
            <a:srgbClr val="1E4068"/>
          </a:solidFill>
          <a:ln/>
        </p:spPr>
      </p:sp>
      <p:sp>
        <p:nvSpPr>
          <p:cNvPr id="18" name="Text 16"/>
          <p:cNvSpPr/>
          <p:nvPr/>
        </p:nvSpPr>
        <p:spPr>
          <a:xfrm>
            <a:off x="3611880" y="489204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Immutable Timeline Log: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Stored with ISO Timestamp, Acting Officer Name &amp; Official Remark.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126480" y="1645920"/>
            <a:ext cx="2560320" cy="4389120"/>
          </a:xfrm>
          <a:prstGeom prst="roundRect">
            <a:avLst/>
          </a:prstGeom>
          <a:solidFill>
            <a:srgbClr val="0F2844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1645920"/>
            <a:ext cx="2560320" cy="6400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0" y="17830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: In Progress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09360" y="251460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Technician dispatched (e.g. Rajesh Kumar, Electrician). Parts issued from college central store.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309360" y="4754880"/>
            <a:ext cx="2194560" cy="18288"/>
          </a:xfrm>
          <a:prstGeom prst="rect">
            <a:avLst/>
          </a:prstGeom>
          <a:solidFill>
            <a:srgbClr val="1E4068"/>
          </a:solidFill>
          <a:ln/>
        </p:spPr>
      </p:sp>
      <p:sp>
        <p:nvSpPr>
          <p:cNvPr id="24" name="Text 22"/>
          <p:cNvSpPr/>
          <p:nvPr/>
        </p:nvSpPr>
        <p:spPr>
          <a:xfrm>
            <a:off x="6309360" y="489204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Immutable Timeline Log: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Stored with ISO Timestamp, Acting Officer Name &amp; Official Remark.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8823960" y="1645920"/>
            <a:ext cx="2560320" cy="4389120"/>
          </a:xfrm>
          <a:prstGeom prst="roundRect">
            <a:avLst/>
          </a:prstGeom>
          <a:solidFill>
            <a:srgbClr val="0F2844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823960" y="1645920"/>
            <a:ext cx="2560320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8823960" y="17830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: Resolved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006840" y="251460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Corrective action verified. Student receives notification and unlocks 5-Star satisfaction feedback widget.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006840" y="4754880"/>
            <a:ext cx="2194560" cy="18288"/>
          </a:xfrm>
          <a:prstGeom prst="rect">
            <a:avLst/>
          </a:prstGeom>
          <a:solidFill>
            <a:srgbClr val="1E4068"/>
          </a:solidFill>
          <a:ln/>
        </p:spPr>
      </p:sp>
      <p:sp>
        <p:nvSpPr>
          <p:cNvPr id="30" name="Text 28"/>
          <p:cNvSpPr/>
          <p:nvPr/>
        </p:nvSpPr>
        <p:spPr>
          <a:xfrm>
            <a:off x="9006840" y="489204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Immutable Timeline Log: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Stored with ISO Timestamp, Acting Officer Name &amp; Official Remark.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COMPLAINTS PORTAL | GRIEVANCE SYSTEM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4: Dean &amp; Administrative Analytics Dashboard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0698480" cy="27432"/>
          </a:xfrm>
          <a:prstGeom prst="rect">
            <a:avLst/>
          </a:prstGeom>
          <a:solidFill>
            <a:srgbClr val="1E406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492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Arya College of Engineering &amp; IT (ACEIT), Jaipur | Department of AI &amp; DS | Session 2026-27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github.com/jatinbaghel7014-tech/collage-complaints-portal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2560320" cy="1463040"/>
          </a:xfrm>
          <a:prstGeom prst="roundRect">
            <a:avLst/>
          </a:prstGeom>
          <a:solidFill>
            <a:srgbClr val="0F2844"/>
          </a:solidFill>
          <a:ln w="12700">
            <a:solidFill>
              <a:srgbClr val="1E406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6002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Grievances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0" y="18745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Total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3317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historical and active ticket volume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429000" y="1463040"/>
            <a:ext cx="2560320" cy="1463040"/>
          </a:xfrm>
          <a:prstGeom prst="roundRect">
            <a:avLst/>
          </a:prstGeom>
          <a:solidFill>
            <a:srgbClr val="0F2844"/>
          </a:solidFill>
          <a:ln w="12700">
            <a:solidFill>
              <a:srgbClr val="1E406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1880" y="16002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Required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11880" y="18745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 Queue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11880" y="23317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Tickets requiring officer review within 24 hrs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126480" y="1463040"/>
            <a:ext cx="2560320" cy="1463040"/>
          </a:xfrm>
          <a:prstGeom prst="roundRect">
            <a:avLst/>
          </a:prstGeom>
          <a:solidFill>
            <a:srgbClr val="0F2844"/>
          </a:solidFill>
          <a:ln w="12700">
            <a:solidFill>
              <a:srgbClr val="1E406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6002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 Rate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309360" y="18745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Activity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9360" y="23317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Technicians currently active on campus repairs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8823960" y="1463040"/>
            <a:ext cx="2560320" cy="1463040"/>
          </a:xfrm>
          <a:prstGeom prst="roundRect">
            <a:avLst/>
          </a:prstGeom>
          <a:solidFill>
            <a:srgbClr val="0F2844"/>
          </a:solidFill>
          <a:ln w="12700">
            <a:solidFill>
              <a:srgbClr val="1E406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06840" y="16002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Satisfaction Index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006840" y="18745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 / 5.0 ⭐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06840" y="23317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student rating across resolved issues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31520" y="3200400"/>
            <a:ext cx="10698480" cy="2926080"/>
          </a:xfrm>
          <a:prstGeom prst="roundRect">
            <a:avLst/>
          </a:prstGeom>
          <a:solidFill>
            <a:srgbClr val="0F2844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3429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Reporting &amp; Audit-Ready CSV Export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05840" y="3931920"/>
            <a:ext cx="100584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One-Click Audit Report Generation: Administrators can download a complete CSV report containing Ticket ID, Title, Category, Priority, Location, Resolution Timestamp, and Assigned Officer without external server overhead.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Departmental Workload Balancing: Real-time distribution graphs highlight which departments (Hostel, Mess, IT, Sanitation) have bottlenecks.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Multi-Dimensional Search &amp; Filtering: Instant live filtering across Ticket ID, Student Roll Number, Keyword, Priority, and Status.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COMPLAINTS PORTAL | GRIEVANCE SYSTEM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5: 24x7 Emergency SOS &amp; Safety Cell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0698480" cy="27432"/>
          </a:xfrm>
          <a:prstGeom prst="rect">
            <a:avLst/>
          </a:prstGeom>
          <a:solidFill>
            <a:srgbClr val="1E406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492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Arya College of Engineering &amp; IT (ACEIT), Jaipur | Department of AI &amp; DS | Session 2026-27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github.com/jatinbaghel7014-tech/collage-complaints-portal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10698480" cy="1371600"/>
          </a:xfrm>
          <a:prstGeom prst="roundRect">
            <a:avLst/>
          </a:prstGeom>
          <a:solidFill>
            <a:srgbClr val="450A0A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645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🚨  Immediate Safety &amp; Anti-Ragging Support Protocol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05740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compliance with statutory Supreme Court of India &amp; UGC mandates, College Complaints Portal features a dedicated high-priority Emergency SOS system. Students facing immediate danger, ragging, or harassment can trigger an instant alert with zero latency.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3063240"/>
            <a:ext cx="3429000" cy="1371600"/>
          </a:xfrm>
          <a:prstGeom prst="roundRect">
            <a:avLst/>
          </a:prstGeom>
          <a:solidFill>
            <a:srgbClr val="0F2844"/>
          </a:solidFill>
          <a:ln w="12700">
            <a:solidFill>
              <a:srgbClr val="1E40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227832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TOLL-FREE NATIONAL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960120" y="34747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Anti-Ragging 24x7 Helpline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60120" y="393192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📞 1800-180-5522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43400" y="3063240"/>
            <a:ext cx="3429000" cy="1371600"/>
          </a:xfrm>
          <a:prstGeom prst="roundRect">
            <a:avLst/>
          </a:prstGeom>
          <a:solidFill>
            <a:srgbClr val="0F2844"/>
          </a:solidFill>
          <a:ln w="12700">
            <a:solidFill>
              <a:srgbClr val="1E406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3227832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DISCIPLINE &amp; SECURITY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572000" y="34747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Chief Proctor Office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0" y="393192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📞 +91 94123 45678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955280" y="3063240"/>
            <a:ext cx="3429000" cy="1371600"/>
          </a:xfrm>
          <a:prstGeom prst="roundRect">
            <a:avLst/>
          </a:prstGeom>
          <a:solidFill>
            <a:srgbClr val="0F2844"/>
          </a:solidFill>
          <a:ln w="12700">
            <a:solidFill>
              <a:srgbClr val="1E406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83880" y="3227832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MEDICAL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183880" y="34747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Campus Health Centre &amp; Ambulance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183880" y="393192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📞 +91 11 2659 1100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4617720"/>
            <a:ext cx="3429000" cy="1371600"/>
          </a:xfrm>
          <a:prstGeom prst="roundRect">
            <a:avLst/>
          </a:prstGeom>
          <a:solidFill>
            <a:srgbClr val="0F2844"/>
          </a:solidFill>
          <a:ln w="12700">
            <a:solidFill>
              <a:srgbClr val="1E406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4782312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SAFETY CELL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60120" y="502920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Complaints Committee (ICC)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60120" y="548640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📞 +91 94123 88990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343400" y="4617720"/>
            <a:ext cx="3429000" cy="1371600"/>
          </a:xfrm>
          <a:prstGeom prst="roundRect">
            <a:avLst/>
          </a:prstGeom>
          <a:solidFill>
            <a:srgbClr val="0F2844"/>
          </a:solidFill>
          <a:ln w="12700">
            <a:solidFill>
              <a:srgbClr val="1E406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0" y="4782312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CAMPUS GATE PATROL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572000" y="502920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Security Control Room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0" y="548640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📞 +91 11 2659 1000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955280" y="4617720"/>
            <a:ext cx="3429000" cy="1371600"/>
          </a:xfrm>
          <a:prstGeom prst="roundRect">
            <a:avLst/>
          </a:prstGeom>
          <a:solidFill>
            <a:srgbClr val="0F2844"/>
          </a:solidFill>
          <a:ln w="12700">
            <a:solidFill>
              <a:srgbClr val="1E406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83880" y="4782312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HOSTEL AFFAIRS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8183880" y="502920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Hostel Chief Warden Office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83880" y="548640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📞 +91 94123 77665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COMPLAINTS PORTAL | GRIEVANCE SYSTEM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Implementation &amp;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0698480" cy="27432"/>
          </a:xfrm>
          <a:prstGeom prst="rect">
            <a:avLst/>
          </a:prstGeom>
          <a:solidFill>
            <a:srgbClr val="1E406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492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Arya College of Engineering &amp; IT (ACEIT), Jaipur | Department of AI &amp; DS | Session 2026-27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github.com/jatinbaghel7014-tech/collage-complaints-portal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3429000" cy="4572000"/>
          </a:xfrm>
          <a:prstGeom prst="roundRect">
            <a:avLst/>
          </a:prstGeom>
          <a:solidFill>
            <a:srgbClr val="0F2844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73736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LAYER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05840" y="201168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 + Vite 6 + Tailwind CSS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05840" y="283464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Component-driven UI with state isolation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05840" y="352044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Vite ESM bundler with sub-second HMR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005840" y="420624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Tailwind CSS v3 utility classes for responsive mobile-ready layout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005840" y="489204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Lucide React modern SVG vector icons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343400" y="1463040"/>
            <a:ext cx="3429000" cy="4572000"/>
          </a:xfrm>
          <a:prstGeom prst="roundRect">
            <a:avLst/>
          </a:prstGeom>
          <a:solidFill>
            <a:srgbClr val="0F2844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173736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API LAYER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17720" y="201168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+ Express.js REST Framework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617720" y="283464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Stateless RESTful endpoint architecture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617720" y="352044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CORS enabled with Vite reverse proxy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617720" y="420624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Multer middleware for 10MB photo upload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617720" y="489204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Atomic JSON file persistence with zero config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955280" y="1463040"/>
            <a:ext cx="3429000" cy="4572000"/>
          </a:xfrm>
          <a:prstGeom prst="roundRect">
            <a:avLst/>
          </a:prstGeom>
          <a:solidFill>
            <a:srgbClr val="0F2844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0" y="173736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 &amp; TOOLING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9600" y="201168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Git, GitHub &amp; Unified Monorepo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229600" y="283464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Concurrently starts client &amp; API in 1 command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229600" y="352044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Single-port production build on port 5000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229600" y="420624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Strict .gitignore excluding node_modules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229600" y="489204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Version controlled on official GitHub repo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COMPLAINTS PORTAL | GRIEVANCE SYSTEM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 &amp; Planned Enhancements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0698480" cy="27432"/>
          </a:xfrm>
          <a:prstGeom prst="rect">
            <a:avLst/>
          </a:prstGeom>
          <a:solidFill>
            <a:srgbClr val="1E406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492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Arya College of Engineering &amp; IT (ACEIT), Jaipur | Department of AI &amp; DS | Session 2026-27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github.com/jatinbaghel7014-tech/collage-complaints-portal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5166360" cy="2011680"/>
          </a:xfrm>
          <a:prstGeom prst="roundRect">
            <a:avLst/>
          </a:prstGeom>
          <a:solidFill>
            <a:srgbClr val="0F2844"/>
          </a:solidFill>
          <a:ln w="12700">
            <a:solidFill>
              <a:srgbClr val="1E406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691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NLP Auto-Routing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2148840"/>
            <a:ext cx="4526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Machine Learning (BERT/LLM) to automatically parse complaint descriptions, identify the responsible department, and predict priority with 95% accuracy.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26480" y="1463040"/>
            <a:ext cx="5166360" cy="2011680"/>
          </a:xfrm>
          <a:prstGeom prst="roundRect">
            <a:avLst/>
          </a:prstGeom>
          <a:solidFill>
            <a:srgbClr val="0F2844"/>
          </a:solidFill>
          <a:ln w="12700">
            <a:solidFill>
              <a:srgbClr val="1E40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691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SMS &amp; WhatsApp Alerts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46520" y="2148840"/>
            <a:ext cx="4526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with Twilio / MSG91 API to send real-time SMS updates to students when technicians are dispatched or tickets are resolved.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3749040"/>
            <a:ext cx="5166360" cy="2011680"/>
          </a:xfrm>
          <a:prstGeom prst="roundRect">
            <a:avLst/>
          </a:prstGeom>
          <a:solidFill>
            <a:srgbClr val="0F2844"/>
          </a:solidFill>
          <a:ln w="12700">
            <a:solidFill>
              <a:srgbClr val="1E406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3977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Cross-Platform React Native App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4434840"/>
            <a:ext cx="4526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Extending the React web portal into a native Android and iOS application with push notifications and offline grievance draft storage.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3749040"/>
            <a:ext cx="5166360" cy="2011680"/>
          </a:xfrm>
          <a:prstGeom prst="roundRect">
            <a:avLst/>
          </a:prstGeom>
          <a:solidFill>
            <a:srgbClr val="0F2844"/>
          </a:solidFill>
          <a:ln w="12700">
            <a:solidFill>
              <a:srgbClr val="1E40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3977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Geo-Tagging &amp; Campus GIS Map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46520" y="4434840"/>
            <a:ext cx="4526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Enabling GPS location tagging and interactive Leaflet map marking broken streetlights, water coolers, and lab equipment on campus.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COMPLAINTS PORTAL | GRIEVANCE SYSTEM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Live Demonstration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0698480" cy="27432"/>
          </a:xfrm>
          <a:prstGeom prst="rect">
            <a:avLst/>
          </a:prstGeom>
          <a:solidFill>
            <a:srgbClr val="1E406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492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Arya College of Engineering &amp; IT (ACEIT), Jaipur | Department of AI &amp; DS | Session 2026-27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github.com/jatinbaghel7014-tech/collage-complaints-portal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10698480" cy="3200400"/>
          </a:xfrm>
          <a:prstGeom prst="roundRect">
            <a:avLst/>
          </a:prstGeom>
          <a:solidFill>
            <a:srgbClr val="0F2844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73736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of Project Achievements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2286000"/>
            <a:ext cx="9601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Fully functional, production-ready Full-Stack College Grievance Portal.</a:t>
            </a: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100% compliant with UGC, AICTE, and National Anti-Ragging Committee mandates.</a:t>
            </a: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Eliminates paper bureaucracy with real-time 4-stage tracking and community upvotes.</a:t>
            </a: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Empowers administration with real-time KPIs, domain distribution, and 1-click CSV audit export.</a:t>
            </a: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Protected confidential reporting for student safety and institutional peace.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1520" y="4846320"/>
            <a:ext cx="10698480" cy="1188720"/>
          </a:xfrm>
          <a:prstGeom prst="roundRect">
            <a:avLst/>
          </a:prstGeom>
          <a:solidFill>
            <a:srgbClr val="0B1D30"/>
          </a:solidFill>
          <a:ln w="12700">
            <a:solidFill>
              <a:srgbClr val="1E40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5029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Team: Jatin (Lead) • Manish • Pradeep Kumar Meena • Pradeep • Kapil Beniwal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53949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Guide: Er. Ram Babu Buri | Dept. of Artificial Intelligence &amp; Data Science | ACEIT, Jaipur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2026-10-16T03:47:40Z</dcterms:created>
  <dcterms:modified xsi:type="dcterms:W3CDTF">2026-10-16T03:47:40Z</dcterms:modified>
</cp:coreProperties>
</file>