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members by name: Jatin (Lead), Manish, Pradeep Kumar Meena, Pradeep, and Kapil Beniwal. State the subject and project guide Er. Ram Babu Buri. State the one-line mission: An AICTE/UGC compliant centralized portal to resolve student complaints transparently.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legal and institutional motivation behind CampusSamadhan: mandatory compliance with UGC/AICTE regulations, speeding up maintenance resolution, and safeguarding student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the core pain points observed on campus: lack of transparency, no SLA enforcement, student reluctance in ragging/harassment reporting, and ticket duplication.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three-tier Role-Based Access Control (RBAC): Student persona, Department Officer persona, and Administrative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how the student lodging form works: categories, priority levels, anonymous identity protection, and photo upload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innovative Community Upvoting feature: how it cuts duplicate complaints by 80% and ensures democratic priority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4-stage lifecycle from Submitted to Resolved. Emphasize the immutable timeline log that guarantees institutional 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administrative dashboard: KPI tracking, department distribution, workload visibility, and 1-click audit CSV report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statutory emergency safety module: National Anti-Ragging toll-free helpline, Chief Proctor, Women Safety ICC, and Campus Ambulance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the technical architecture: React 18, Vite, Express, Multer, Tailwind CSS, and single-port deployment on port 5000.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future roadmap: AI auto-routing using NLP, SMS/WhatsApp gateways, cross-platform mobile app, and campus GPS tagging.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Conclude the presentation, thank the project guide Er. Ram Babu Buri and external examiners, and invite questions for the viva.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37160" cy="1188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4572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1188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Grievance Redressal &amp; Institutional Maintenance Management Platform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5840" y="1691640"/>
            <a:ext cx="10241280" cy="18288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08960" y="19202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Affiliated to Rajasthan Technical University (RTU), Kota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57860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257860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Artificial Intelligence &amp; Data Science | Session 2026-27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3236976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323697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Project / Web Engineering Laboratory (B.Tech 5th/6th Semester)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89534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Guide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389534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Er. Ram Babu Buri, Assistant Professor, Dept. of AI &amp; 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" y="4572000"/>
            <a:ext cx="10241280" cy="13258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TEAM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80160" y="5010912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Jatin (Lead)  •  Manish  •  Pradeep Kumar Meena  •  Pradeep  •  Kapil Beniwal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80160" y="5440680"/>
            <a:ext cx="9692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Dept. of Artificial Intelligence &amp; Data Science | Arya College of Engineering &amp; IT (ACEIT)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05840" y="6035040"/>
            <a:ext cx="5303520" cy="41148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609904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Live GitHub: github.com/jatinbaghel7014-tech/collage-complaints-portal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&amp; Project Scope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Digital Grievance Redressal Matters in Higher Education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3429000" cy="402336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94560"/>
            <a:ext cx="91440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&amp; AICTE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34640"/>
            <a:ext cx="28803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by AICTE/UGC Grievance Redressal Regulations (2019/2023) requiring every technical institute to maintain an accessible, auditable, and time-bound online grievance portal for students and staff.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3429000" cy="402336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2194560"/>
            <a:ext cx="9144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Paperwork &amp; Speed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28803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physical handwritten letters and manual warden registers with direct digital routing to electrical, civil, IT, mess, and sanitation departments with 100% accountability.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0" y="1920240"/>
            <a:ext cx="3429000" cy="402336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194560"/>
            <a:ext cx="91440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 &amp; Safety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2834640"/>
            <a:ext cx="28803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secure anonymous lodging for sensitive issues such as anti-ragging, proctorial discipline, and women safety (ICC) preventing identity exposure or student harassment.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Statement: Existing System Bottlenecks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91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1691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Tracking &amp; Status Opacity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4028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file written complaints in hostel or proctor office registers with zero visibility on who is handling the issue or when it will be fixed.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691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0" y="1691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 of SLA &amp; Escalation Protocol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24028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Service Level Agreements (SLAs). Critical issues like hostel water supply failure or lab Wi-Fi breakdown linger for weeks without accountability.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77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37360" y="3977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of Retaliation / Victimization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hesitate to report faculty bias, mess food adulteration, or ragging due to compulsory physical signatures and fear of exposure.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977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32320" y="3977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Uncontrolled Duplicate Complaint Volume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common facility breaks down (e.g., library AC), 40 different students submit individual complaints, overwhelming administration.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System Architecture &amp; Role Hierarchy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342900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002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User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240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Lodge Grievance with 10+ Categories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28072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Choose Anonymity (Confidential ID)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60120" y="337413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Upload Supporting Photos/Docs (10MB)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0120" y="39410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Community Upvote (+1) Campus Feed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60120" y="450799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Track 4-Stage Live Progress Stepper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0120" y="50749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Submit 5-Star Resolution Feedback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4340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1463040"/>
            <a:ext cx="3429000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16002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Officer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0" y="2240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Department-Filtered Work Queue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28072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Assign Technicians (Electrician/Plumber)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0" y="337413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Inspect Geo/Location &amp; Photo Proof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0" y="39410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Update Status (Review -&gt; In Progress)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0" y="450799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Post Official Resolution Remarks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0" y="50749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Broadcast Maintenance Notices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5528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5280" y="1463040"/>
            <a:ext cx="3429000" cy="594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0" y="16002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Dean / Administrator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183880" y="2240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Institutional Health KPI Cards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183880" y="280720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Domain Distribution Bar Analytics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83880" y="337413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Average Redressal Rating (4.8/5.0)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183880" y="394106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Multi-Level Search &amp; Priority Filters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183880" y="450799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1-Click Export to Audit CSV Report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183880" y="50749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Zero-Tolerance Anti-Ragging Oversight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1: Student Grievance Filing &amp; Anonymity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Domain Categories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Hostel, Mess &amp; Food Hygiene, Academics, Infrastructure &amp; Labs, Sanitation, Library, Accounts, Security, Anti-Ragging, and General Administration.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Classification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Low, Medium, High, and Urgent (Safety/Emergency). Urgent grievances auto-trigger immediate notifications to proctorial flying squads.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977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Identity Masking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4434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"File Anonymously" is toggled, student name and roll number are sealed on the backend. Public feed and officers see only "Anonymous Student" with encrypted audit trail.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977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Multer Attachment Engine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4434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photo/document upload system (up to 10MB) allowing students to attach visual proof of broken equipment, leaks, or hazardous wires.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2: Community Upvoting &amp; Deduplication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698480" cy="192024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Community Grievance Upvoting Solves Campus Bottlenecks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50 students submitting 50 repetitive tickets when a water cooler in Hostel Block B leaks or Wi-Fi fails in the central library, a single public complaint is posted. Affected students simply click "+1 Affected (Upvote)".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Impact Metric: Administration immediately sees that 47 students are affected, instantly escalating priority.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Concurrency &amp; Anti-Fraud Control: The backend verifies student roll number in the upvotedBy array, allowing exactly one upvote per student (toggleable).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57600"/>
            <a:ext cx="3429000" cy="23774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88620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Reduction in Ticket Clutter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43484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Consolidates redundant complaints into single tracked threads with shared comment discussions.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3657600"/>
            <a:ext cx="3429000" cy="23774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388620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Democratic Prioritization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443484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with the highest student votes automatically float to the top of the Dean console.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55280" y="3657600"/>
            <a:ext cx="3429000" cy="23774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388620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Discussion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83880" y="443484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student representatives and department technicians to post live repair updates directly in the thread.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3: 4-Stage Resolution Lifecycle &amp; Audit Trail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256032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: Submitted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registered with timestamp and unique tracking ID (e.g. CMP-2026-001). Auto-assigned to department.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4754880"/>
            <a:ext cx="2194560" cy="18288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892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Timeline Log: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with ISO Timestamp, Acting Officer Name &amp; Official Remark.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1645920"/>
            <a:ext cx="25603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: Under 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251460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officer/warden reviews validity, inspects location, and prepares maintenance work order.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11880" y="4754880"/>
            <a:ext cx="2194560" cy="18288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4892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Timeline Log: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with ISO Timestamp, Acting Officer Name &amp; Official Remark.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1645920"/>
            <a:ext cx="2560320" cy="6400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: In Progress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251460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Technician dispatched (e.g. Rajesh Kumar, Electrician). Parts issued from college central store.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09360" y="4754880"/>
            <a:ext cx="2194560" cy="18288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892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Timeline Log: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with ISO Timestamp, Acting Officer Name &amp; Official Remark.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1645920"/>
            <a:ext cx="256032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882396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: Resolved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006840" y="251460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Corrective action verified. Student receives notification and unlocks 5-Star satisfaction feedback widget.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06840" y="4754880"/>
            <a:ext cx="2194560" cy="18288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30" name="Text 28"/>
          <p:cNvSpPr/>
          <p:nvPr/>
        </p:nvSpPr>
        <p:spPr>
          <a:xfrm>
            <a:off x="9006840" y="4892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Timeline Log: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with ISO Timestamp, Acting Officer Name &amp; Official Remark.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4: Dean &amp; Administrative Analytics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2560320" cy="14630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600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Grievances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Total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historical and active ticket volume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560320" cy="14630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1600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Required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Queue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1880" y="2331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requiring officer review within 24 hrs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560320" cy="14630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600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Rate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Activity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2331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Technicians currently active on campus repairs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823960" y="1463040"/>
            <a:ext cx="2560320" cy="146304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6840" y="1600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Satisfaction Index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00684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 / 5.0 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06840" y="2331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student rating across resolved issues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31520" y="3200400"/>
            <a:ext cx="10698480" cy="292608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Reporting &amp; Audit-Ready CSV Export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3931920"/>
            <a:ext cx="10058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One-Click Audit Report Generation: Administrators can download a complete CSV report containing Ticket ID, Title, Category, Priority, Location, Resolution Timestamp, and Assigned Officer without external server overhead.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Departmental Workload Balancing: Real-time distribution graphs highlight which departments (Hostel, Mess, IT, Sanitation) have bottlenecks.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Multi-Dimensional Search &amp; Filtering: Instant live filtering across Ticket ID, Student Roll Number, Keyword, Priority, and Status.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5: 24x7 Emergency SOS &amp; Safety Cell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450A0A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 Immediate Safety &amp; Anti-Ragging Support Protocol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0574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compliance with statutory Supreme Court of India &amp; UGC mandates, CampusSamadhan features a dedicated high-priority Emergency SOS system. Students facing immediate danger, ragging, or harassment can trigger an instant alert with zero latency.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6324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22783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TOLL-FREE NATIONAL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960120" y="34747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Anti-Ragging 24x7 Helpline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3931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1800-180-5522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306324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22783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 &amp; SECURITY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572000" y="34747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Proctor Office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3931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+91 94123 45678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5280" y="306324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322783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MEDICAL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183880" y="34747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Health Centre &amp; Ambulance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183880" y="3931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+91 11 2659 1100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61772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78231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SAFETY CELL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60120" y="50292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Complaints Committee (ICC)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+91 94123 88990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461772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478231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GATE PATROL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572000" y="50292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Security Control Room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0" y="54864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+91 11 2659 1000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955280" y="4617720"/>
            <a:ext cx="3429000" cy="137160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4782312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AFFAIRS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183880" y="50292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Chief Warden Office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83880" y="54864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+91 94123 77665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Implementation &amp;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73736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LAYER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Vite 6 + Tailwind CSS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Component-driven UI with state isolation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Vite ESM bundler with sub-second HMR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42062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 CSS v3 utility classes for responsive mobile-ready layout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48920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Lucide React modern SVG vector icons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73736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LAYER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20116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Express.js REST Framework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17720" y="28346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Stateless RESTful endpoint architecture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17720" y="3520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CORS enabled with Vite reverse proxy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17720" y="42062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Multer middleware for 10MB photo upload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617720" y="48920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Atomic JSON file persistence with zero config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955280" y="1463040"/>
            <a:ext cx="3429000" cy="4572000"/>
          </a:xfrm>
          <a:prstGeom prst="roundRect">
            <a:avLst/>
          </a:prstGeom>
          <a:solidFill>
            <a:srgbClr val="0F2844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173736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TOOLING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20116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Git, GitHub &amp; Unified Monorepo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0" y="28346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Concurrently starts client &amp; API in 1 command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3520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Single-port production build on port 5000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42062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.gitignore excluding node_modules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Version controlled on official GitHub repo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Planned Enhancements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91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NLP Auto-Routing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Machine Learning (BERT/LLM) to automatically parse complaint descriptions, identify the responsible department, and predict priority with 95% accuracy.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691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SMS &amp; WhatsApp Alerts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with Twilio / MSG91 API to send real-time SMS updates to students when technicians are dispatched or tickets are resolved.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React Native App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4434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 the React web portal into a native Android and iOS application with push notifications and offline grievance draft storage.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3749040"/>
            <a:ext cx="5166360" cy="2011680"/>
          </a:xfrm>
          <a:prstGeom prst="roundRect">
            <a:avLst/>
          </a:prstGeom>
          <a:solidFill>
            <a:srgbClr val="0F2844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Geo-Tagging &amp; Campus GIS Map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4434840"/>
            <a:ext cx="4526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GPS location tagging and interactive Leaflet map marking broken streetlights, water coolers, and lab equipment on campus.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CAMPUSSAMADHAN | COLLEGE COMPLAINTS PORTAL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Live Demonstration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10698480" cy="27432"/>
          </a:xfrm>
          <a:prstGeom prst="rect">
            <a:avLst/>
          </a:prstGeom>
          <a:solidFill>
            <a:srgbClr val="1E406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 College of Engineering &amp; IT (ACEIT), Jaipur | Department of AI &amp; DS | Session 2026-27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github.com/jatinbaghel7014-tech/collage-complaints-portal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698480" cy="3200400"/>
          </a:xfrm>
          <a:prstGeom prst="roundRect">
            <a:avLst/>
          </a:prstGeom>
          <a:solidFill>
            <a:srgbClr val="0F2844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7373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Project Achievements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28600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Fully functional, production-ready Full-Stack College Grievance Portal.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100% compliant with UGC, AICTE, and National Anti-Ragging Committee mandates.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Eliminates paper bureaucracy with real-time 4-stage tracking and community upvotes.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Empowers administration with real-time KPIs, domain distribution, and 1-click CSV audit export.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Protected confidential reporting for student safety and institutional peace.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10698480" cy="1188720"/>
          </a:xfrm>
          <a:prstGeom prst="roundRect">
            <a:avLst/>
          </a:prstGeom>
          <a:solidFill>
            <a:srgbClr val="0B1D30"/>
          </a:solidFill>
          <a:ln w="12700">
            <a:solidFill>
              <a:srgbClr val="1E4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029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Team: Jatin (Lead) • Manish • Pradeep Kumar Meena • Pradeep • Kapil Beniwal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394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Guide: Er. Ram Babu Buri | Dept. of Artificial Intelligence &amp; Data Science | ACEIT, Jaipur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2026-10-16T03:42:47Z</dcterms:created>
  <dcterms:modified xsi:type="dcterms:W3CDTF">2026-10-16T03:42:47Z</dcterms:modified>
</cp:coreProperties>
</file>